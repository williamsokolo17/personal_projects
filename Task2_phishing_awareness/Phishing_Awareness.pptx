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PHISHING AWARENESS TRAINING</a:t>
            </a:r>
          </a:p>
          <a:p>
            <a:pPr algn="l">
              <a:spcBef>
                <a:spcPts val="1000"/>
              </a:spcBef>
              <a:defRPr sz="2200">
                <a:solidFill>
                  <a:srgbClr val="E11D48"/>
                </a:solidFill>
                <a:latin typeface="Arial"/>
              </a:defRPr>
            </a:pPr>
            <a:r>
              <a:t>Securing Our Digital Environment &amp; Recognizing Cyber Threats</a:t>
            </a:r>
          </a:p>
          <a:p>
            <a:pPr>
              <a:spcBef>
                <a:spcPts val="3000"/>
              </a:spcBef>
              <a:defRPr sz="1400" i="1">
                <a:solidFill>
                  <a:srgbClr val="94A3B8"/>
                </a:solidFill>
                <a:latin typeface="Arial"/>
              </a:defRPr>
            </a:pPr>
            <a:r>
              <a:t>CodeAlpha Cybersecurity Internship — Task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1. Introduction to Phishing &amp; Social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What is Phishing?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Phishing is a deceptive technique where cybercriminals masquerade as trustworthy entities to trick individuals into revealing sensitive data, clicking malicious links, or downloading malware.</a:t>
            </a:r>
          </a:p>
          <a:p>
            <a:pPr>
              <a:spcBef>
                <a:spcPts val="2000"/>
              </a:spcBef>
              <a:defRPr sz="2000" b="1">
                <a:solidFill>
                  <a:srgbClr val="2563EB"/>
                </a:solidFill>
              </a:defRPr>
            </a:pPr>
            <a:r>
              <a:t>Social Engineering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It relies completely on psychological manipulation rather than advanced technical exploits alone, exploiting human emotions to breach a secure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Core Psychological Triggers Used: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Urgency: </a:t>
            </a:r>
            <a:r>
              <a:rPr b="0">
                <a:solidFill>
                  <a:srgbClr val="1E293B"/>
                </a:solidFill>
              </a:rPr>
              <a:t>Forces victims to act rapidly without thinking (e.g., 'Account suspended within 24 hours').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Fear &amp; Consequences: </a:t>
            </a:r>
            <a:r>
              <a:rPr b="0">
                <a:solidFill>
                  <a:srgbClr val="1E293B"/>
                </a:solidFill>
              </a:rPr>
              <a:t>Threatens bad outcomes (e.g., 'Legal action pending against your IP address').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Authority: </a:t>
            </a:r>
            <a:r>
              <a:rPr b="0">
                <a:solidFill>
                  <a:srgbClr val="1E293B"/>
                </a:solidFill>
              </a:rPr>
              <a:t>Impersonates executive leaders, managers, legal departments, or IT support personnel.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Greed / Curiosity: </a:t>
            </a:r>
            <a:r>
              <a:rPr b="0">
                <a:solidFill>
                  <a:srgbClr val="1E293B"/>
                </a:solidFill>
              </a:rPr>
              <a:t>Offers false incentives, bonuses, or free rewards to lure an interaction.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2. How to Spot a Phishing Email (The Red Flags)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1. Sender Display Name &amp; Domain Scams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Attackers forge display names (e.g., 'Netflix'). Always look closely at the actual email address domain after the '@' sign (e.g., '@security-alerts-xyz.com').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2. Generic Greetings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Legitimate organizations address you directly by your registered name. Be highly suspicious of 'Dear Customer', 'Dear User', or 'Valued Employee'.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3. Hyperlink Discrepancies (The Hover Rule)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Always hover your mouse cursor over any link before clicking. Inspect the URL preview carefully to ensure it completely matches the legitimate destination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4. Bad Grammar &amp; Low-Res Formatting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Established organizations employ professional editors. Frequent typos, awkward phrasing, or pixelated corporate logos indicate an adversarial source.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3. Anatomy of a Fake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20095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Look-alike Domains (Typosquatting)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Attackers use subtle misspellings to mimic real brands:</a:t>
            </a:r>
            <a:br/>
            <a:r>
              <a:t>• Real: microsoft.com  |  Fake: micros0ft.com (zero used)</a:t>
            </a:r>
            <a:br/>
            <a:r>
              <a:t>• Real: paypal.com     |  Fake: paypa1.com (number one used)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91440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3200400"/>
            <a:ext cx="10820095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The HTTPS Padlock Illusion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A padlock icon and 'https://' prefix only mean that data encryption in transit is active. It does NOT mean the website is secure or safe. Attackers secure their phishing pages with free SSL certificates daily.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00400"/>
            <a:ext cx="91440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4754880"/>
            <a:ext cx="10820095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Broken Peripheral Functionality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Phishing sites are surface-level visual clones. They rarely build secondary pages. Test-click links like 'Privacy Policy', 'Terms of Service', or contact footers. If they refresh or fail, escape.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754880"/>
            <a:ext cx="91440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4. Real-World Attack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Scenario A: The Cloud Share Phish</a:t>
            </a:r>
          </a:p>
          <a:p>
            <a:pPr>
              <a:spcBef>
                <a:spcPts val="1500"/>
              </a:spcBef>
              <a:defRPr sz="1400">
                <a:solidFill>
                  <a:srgbClr val="1E293B"/>
                </a:solidFill>
              </a:defRPr>
            </a:pPr>
            <a:r>
              <a:t>• The Setup: An email claiming an important internal or client document was shared via Microsoft OneDrive or Google Drive.</a:t>
            </a:r>
            <a:br/>
            <a:br/>
            <a:r>
              <a:t>• The Trap: Clicking the link brings up an identical corporate cloud login window. Entering credentials instantly hands over your corporate authentication or OAuth tokens to external attackers.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E11D48"/>
                </a:solidFill>
              </a:defRPr>
            </a:pPr>
            <a:r>
              <a:t>Scenario B: Executive / CEO Fraud</a:t>
            </a:r>
          </a:p>
          <a:p>
            <a:pPr>
              <a:spcBef>
                <a:spcPts val="1500"/>
              </a:spcBef>
              <a:defRPr sz="1400">
                <a:solidFill>
                  <a:srgbClr val="1E293B"/>
                </a:solidFill>
              </a:defRPr>
            </a:pPr>
            <a:r>
              <a:t>• The Setup: Highly targeted spear-phishing email masquerading as a high-level executive (CEO/VP) stating they are currently locked in a critical meeting or traveling.</a:t>
            </a:r>
            <a:br/>
            <a:br/>
            <a:r>
              <a:t>• The Trap: Directing an employee to quickly bypass standard verification protocols to purchase immediate gift cards or initiate urgent vendor wire transfers.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5. Core Principles of Self-Defense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Verify Independently</a:t>
            </a:r>
          </a:p>
          <a:p>
            <a:pPr algn="l"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Never leverage the contact options or phone numbers specified within a suspicious email. Always consult an official company phonebook, manual browser bookmark, or reach out to the individual via a separate verified channel.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Enforce Multi-Factor Authentication (MFA)</a:t>
            </a:r>
          </a:p>
          <a:p>
            <a:pPr algn="l"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MFA provides a vital safety buffer. Even if an adversary captures your password successfully using an advanced login replica, MFA prevents unauthorized login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Report Anomalies Instantly</a:t>
            </a:r>
          </a:p>
          <a:p>
            <a:pPr algn="l"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Always use your mail system's 'Report Phishing' client integrations or directly alert the internal SOC / IT Security Response team whenever encountering odd requests.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Interactive Assessment: Spot the Phish!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Scenario 1: The Account Notice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An email from 'security-notice@internal-portal-update.com' says: 'Your password expires in 30 minutes due to migration. Click here to retain it.' What do you do?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A) Click and log in immediately.</a:t>
            </a:r>
            <a:br/>
            <a:r>
              <a:t>B) Forward it to peers to warn them.</a:t>
            </a:r>
            <a:br/>
            <a:r>
              <a:t>C) Do not click. Open a fresh tab, browse manually to the secure portal or call IT.</a:t>
            </a:r>
          </a:p>
          <a:p>
            <a:pPr>
              <a:spcBef>
                <a:spcPts val="1500"/>
              </a:spcBef>
              <a:defRPr sz="1200" b="1">
                <a:solidFill>
                  <a:srgbClr val="16A34A"/>
                </a:solidFill>
              </a:defRPr>
            </a:pPr>
            <a:r>
              <a:t>Correct Answer: C</a:t>
            </a:r>
            <a:br/>
            <a:r>
              <a:t>Extreme urgency constraints combined with non-standard external domains are text-book phishing signs.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5255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Scenario 2: The Double Extension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 supplier you know emails you an unexpected attachment titled 'Invoice_June2026.pdf.exe'. What is the optimal security choice?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A) Run it quickly to inspect balances.</a:t>
            </a:r>
            <a:br/>
            <a:r>
              <a:t>B) Change extension to .pdf and open.</a:t>
            </a:r>
            <a:br/>
            <a:r>
              <a:t>C) Do not open. Flag the message and alert your security team.</a:t>
            </a:r>
          </a:p>
          <a:p>
            <a:pPr>
              <a:spcBef>
                <a:spcPts val="1500"/>
              </a:spcBef>
              <a:defRPr sz="1200" b="1">
                <a:solidFill>
                  <a:srgbClr val="16A34A"/>
                </a:solidFill>
              </a:defRPr>
            </a:pPr>
            <a:r>
              <a:t>Correct Answer: B (or choice C here)</a:t>
            </a:r>
            <a:br/>
            <a:r>
              <a:t>Note: The extension ends in .exe, meaning it is an executable script that runs malicious software packages instantly upon clicking.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Guest User</cp:lastModifiedBy>
  <cp:revision>3</cp:revision>
  <dcterms:created xsi:type="dcterms:W3CDTF">2013-01-27T09:14:16Z</dcterms:created>
  <dcterms:modified xsi:type="dcterms:W3CDTF">2026-06-23T19:17:12Z</dcterms:modified>
  <cp:category/>
</cp:coreProperties>
</file>